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VIBEATHON SUBMISSION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Anumaan · अनुमान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operations that predict, propose, and log what they did.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87225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doesn't just show Raj his data. It drafts the decision, shows its reasoning, waits for his approval, and records what it did.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anumaan-vibeathon.vercel.app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72313" y="6309360"/>
            <a:ext cx="40421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seeded · reproducible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PROBLEM, AND 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restaurant that runs on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out too late — the owner learns paneer ran out when a diner sends back a dish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at midnight — which items sold is answered hours after anything could be done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by feel — being wrong costs wasted food or turned-away covers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WhatsApp group, a paper KOT pad, and one person holding the whole operation in their head.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48840"/>
          <a:ext cx="41906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INCUMBENT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ACTION-TAKING AGENT?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Petpooja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DineOpen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Anumaan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behind an approval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23760" y="4114800"/>
            <a:ext cx="4190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digitise the recording, and do it well. None of them ship an agent that acts. That gap is the product.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surfaces, one source of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3393338" cy="182880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" cy="1828800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40864"/>
            <a:ext cx="3009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· scan-to-order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670048"/>
            <a:ext cx="300929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to browse. Live “Sold out”, cart, order status that updates with no refresh, walk-in queue, UPI bill.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182880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9178" y="2194560"/>
            <a:ext cx="50292" cy="1828800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0346" y="2340864"/>
            <a:ext cx="3009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Staff · kitchen display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0346" y="2670048"/>
            <a:ext cx="300929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Four-column order board with tap-to-advance, table status, and the 86-an-item grid.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21117" y="2194560"/>
            <a:ext cx="3393338" cy="182880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1117" y="2194560"/>
            <a:ext cx="50292" cy="1828800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2285" y="2340864"/>
            <a:ext cx="3009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Owner ·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2285" y="2670048"/>
            <a:ext cx="300929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Daily Briefing, forecast with published basis, Ask Anumaan, and the Agent Activity Log.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an item on the kitchen display and it greys out on the diner's phone in about two seconds. Bilingual EN / हिं throughout.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TypeScript · Supabase · Vercel — one app, one deploy target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notices before anyone asks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Notices, unasked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Paneer won't last today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Woken by an order, not a button: 2kg in stock against a forecast use of 2.3kg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0834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0834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5426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Proposes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35426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 Paneer Tikka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5426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to the audit log before any approval exists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4428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4428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9020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Waits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29020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Nothing has happened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29020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is in the route handler, not the button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58021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58021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2613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Acts, and records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22613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Sold out on the menu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22613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states what changed, not what was intended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91480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AI features summarise what already happened. This one takes a position on what to do next — and then asks.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agents: one watches, one drafts, one may only notify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are code, not instructions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035040" cy="1572768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" cy="1572768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measured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6060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told the agent it could not order from suppliers. It agreed — it replied “I have no capability to contact suppliers” — and proposed a restock note anyway.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3291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trials out of three. The eval requires five out of five.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stopped relying on the instruction. That rule now runs in code, before the model is ever called.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prompt is a strong prior. It is not a guarantee — and we could prove it wasn't.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148840"/>
            <a:ext cx="4190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layers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1906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75"/>
              </a:lnSpc>
              <a:buSzPct val="100000"/>
              <a:buChar char="–"/>
            </a:pPr>
            <a:r>
              <a:rPr lang="en-US" sz="10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does not exist. Nothing moves money, discounts, refunds or contacts a supplier. Not blocked — never built, so there is nothing to jailbreak.</a:t>
            </a:r>
            <a:endParaRPr lang="en-US" sz="1050" dirty="0"/>
          </a:p>
          <a:p>
            <a:pPr marL="342900" indent="-342900">
              <a:lnSpc>
                <a:spcPts val="1575"/>
              </a:lnSpc>
              <a:buSzPct val="100000"/>
              <a:buChar char="–"/>
            </a:pPr>
            <a:r>
              <a:rPr lang="en-US" sz="10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Out-of-scope requests die in code, deterministically, before any model call.</a:t>
            </a:r>
            <a:endParaRPr lang="en-US" sz="1050" dirty="0"/>
          </a:p>
          <a:p>
            <a:pPr marL="342900" indent="-342900">
              <a:lnSpc>
                <a:spcPts val="1575"/>
              </a:lnSpc>
              <a:buSzPct val="100000"/>
              <a:buChar char="–"/>
            </a:pPr>
            <a:r>
              <a:rPr lang="en-US" sz="10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gate is server-side. Bypass the UI and it is still refused; re-approving returns 409 so a replay cannot fire twice.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23760" y="4709160"/>
            <a:ext cx="4190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Compliance Nudge Agent acts unapproved — it holds no tools at all and can only notify. Automating when an agent thinks never automates what it does.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narrates. It never calculates.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035040" cy="105156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3042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forecast_qty  =  weekday_average  ×  trend_factor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6700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Mondays compared only to Mondays. Trend clamped to ±30% — over a 28-day window one freak week otherwise tells a kitchen to triple its prep.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AI-surfaced number prints the arithmetic that produced it.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about a dish never sold, it says it has no records rather than guessing.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history is synthetic — and the briefing says so out loud, unprompted.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may return a confidently wrong number, and a forecast you cannot check is worse than none.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vs actual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3487522"/>
            <a:ext cx="219456" cy="737006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25512" y="3558388"/>
            <a:ext cx="219456" cy="666140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36408" y="3119018"/>
            <a:ext cx="219456" cy="1105510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3033979"/>
            <a:ext cx="219456" cy="1190549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03336" y="3359963"/>
            <a:ext cx="219456" cy="864565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9368" y="3402482"/>
            <a:ext cx="219456" cy="822046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70264" y="3600907"/>
            <a:ext cx="219456" cy="623621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3657600"/>
            <a:ext cx="219456" cy="566928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537192" y="2920594"/>
            <a:ext cx="219456" cy="1303934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93224" y="2977286"/>
            <a:ext cx="219456" cy="1247242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104120" y="3232404"/>
            <a:ext cx="219456" cy="992124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60152" y="3175711"/>
            <a:ext cx="219456" cy="1048817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2376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Forecast    ■ Actual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4846320"/>
            <a:ext cx="4190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assumed: the plan budgeted Gemini at ~250 requests/day. Our key returns 429 at 20/day. Groq gives 1000, so Groq leads and Gemini is the failover — reversed on evidence. A third mode runs the whole product with no network at all.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Sixteen cases, written before the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5029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301752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× 1.1 = 44, 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GND-001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cites ₹18,400 unaltered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GND-003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refuses an unsold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TRJ-001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 stopped at the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TRJ-003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 called no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 refused, logged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C30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E2E-001–003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human-graded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/ 0 / 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12648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FAIL · MANUAL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2648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12648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2648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126480" y="4617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VS THE DEPLOYED URL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0" y="2148840"/>
            <a:ext cx="2270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Cut, deliberately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0" y="2514600"/>
            <a:ext cx="22704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screens — the role guard is written and tested; one env var turns it on</a:t>
            </a:r>
            <a:endParaRPr lang="en-US" sz="950" dirty="0"/>
          </a:p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OAuth, Staff/Customers CRUD</a:t>
            </a:r>
            <a:endParaRPr lang="en-US" sz="950" dirty="0"/>
          </a:p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— polling works and cannot fail</a:t>
            </a:r>
            <a:endParaRPr lang="en-US" sz="950" dirty="0"/>
          </a:p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LLM-judge calibration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0" y="4572000"/>
            <a:ext cx="22704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Human-graded cases print as MANUAL, never as passing. A suite that marks its own unverified cases green is worse than no suite.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 — AND TRY TO BREAK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anumaan-vibeathon.vercel.app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0637215" cy="20117"/>
          </a:xfrm>
          <a:prstGeom prst="rect">
            <a:avLst/>
          </a:prstGeom>
          <a:solidFill>
            <a:srgbClr val="F6C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6888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the sync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/menu?table=3 and /kitchen side by side. 86 an item and watch the diner's phone. No refresh.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14418" y="246888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it notice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14418" y="283464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any order, then open /briefing. A proposal is waiting that nobody asked for. Approve it, and check the menu.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51597" y="246888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to break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51597" y="283464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order from a supplier, or discount a table quietly. Then read /agents and find the refusal logged.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Anumaan · अनुमान — “inference”. The name is the product.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· DEMO.md · evals/run.mjs — all in the repo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72313" y="6309360"/>
            <a:ext cx="40421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github.com/jazzkd/anumaan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VibeAthon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Anumaan — restaurant operations that predict, propose and log</dc:title>
  <dc:subject>PptxGenJS Presentation</dc:subject>
  <dc:creator>Anumaan</dc:creator>
  <cp:lastModifiedBy>Anumaan</cp:lastModifiedBy>
  <cp:revision>1</cp:revision>
  <dcterms:created xsi:type="dcterms:W3CDTF">2026-07-27T11:44:18Z</dcterms:created>
  <dcterms:modified xsi:type="dcterms:W3CDTF">2026-07-27T11:44:18Z</dcterms:modified>
</cp:coreProperties>
</file>